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34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財經新聞判讀術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搭AI熱潮　亞歐製造業展韌性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2788920"/>
            <a:ext cx="329184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97180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從各國PMI拆解全球製造業景氣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判讀出口、原物料成本與相關類股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657600"/>
            <a:ext cx="822960" cy="8595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42062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案例來源：工商時報 A8 國際經濟 2026.07.02　｜　分享人：熊誠毅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教學案例：新聞剪報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Step 0．先讀懂原始新聞</a:t>
            </a:r>
            <a:endParaRPr lang="en-US" sz="2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8" y="1280160"/>
            <a:ext cx="7307885" cy="329184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9" name="Shape 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工商時報 A8 國際經濟 2026.07.02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三層拆解法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11480" y="278892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29718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事實與解讀 → 因果鏈 → 三大市場連動判斷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864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事實 vs 解讀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先分清客觀數字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與專家推測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8328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找出因果鏈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誰是原因、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誰是結果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80760" y="3566160"/>
            <a:ext cx="2606040" cy="1051560"/>
          </a:xfrm>
          <a:prstGeom prst="roundRect">
            <a:avLst>
              <a:gd name="adj" fmla="val 5217"/>
            </a:avLst>
          </a:prstGeom>
          <a:solidFill>
            <a:srgbClr val="2E4A7A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3630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17920" y="3950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三大市場連動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4251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匯率、債市、</a:t>
            </a:r>
            <a:endParaRPr lang="en-US" sz="950" dirty="0"/>
          </a:p>
          <a:p>
            <a:pPr algn="l" indent="0" marL="0">
              <a:buNone/>
            </a:pPr>
            <a:r>
              <a:rPr lang="en-US" sz="95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股市如何互相影響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第一層：事實 vs 解讀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第一層｜先分開「事實」與「解讀」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客觀事實（已發生）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日本6月製造業PMI從54.5升至54.8，連續六個月擴張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韓國製造業連續七個月擴張，但因出口放緩、增速較5月減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歐元區PMI從51.6降至51.4，但連五個月高於榮枯線50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菲律賓50.9、馬來西亞從49.9回升至50.7，同步擴張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投入成本通膨仍在近四年高檔，價格壓力持續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13716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專家推測／解讀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956048" y="2057400"/>
            <a:ext cx="356616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標普全球威廉森：6月擴張為歐元區2022年來最強季度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AI投資浪潮正重塑亞洲經濟格局，成為抵禦中東衝突的緩衝</a:t>
            </a:r>
            <a:endParaRPr lang="en-US" sz="1150" dirty="0"/>
          </a:p>
          <a:p>
            <a:pPr algn="l" indent="0" marL="0">
              <a:lnSpc>
                <a:spcPct val="112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•  6/17美伊停火備忘錄前取得的數據，完整影響尚未反映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判讀重點：只根據事實下判斷，解讀僅作參考權重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第二層：找出因果鏈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第二層｜找出因果鏈（誰影響誰）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1234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根源：全球AI投資浪潮　→　科技產品需求抵消戰爭衝擊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166420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D4711E"/>
          </a:solidFill>
          <a:ln w="12700">
            <a:solidFill>
              <a:srgbClr val="D4711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664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005840" y="164592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88720" y="164592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全球AI熱潮推升晶片、資料中心設備需求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0299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" y="2148840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005840" y="2130552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188720" y="2130552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科技產品強勁需求抵消中東戰爭負面影響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57200" y="2514600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26334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1005840" y="2615184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88720" y="2615184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亞洲（日、韓、菲、馬）製造業普遍擴張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299923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457200" y="3118104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5720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005840" y="3099816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188720" y="3099816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歐元區製造業連五個月維持擴張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57200" y="3483864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57200" y="3602736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1005840" y="3584448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188720" y="3584448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惟投入成本通膨居高，恐擠壓企業利潤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57200" y="3968496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873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7200" y="4087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1005840" y="4069080"/>
            <a:ext cx="7360920" cy="420624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188720" y="4069080"/>
            <a:ext cx="7040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出口導向經濟體景氣與AI週期高度綁定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判讀重點：先找根本驅動因子，通常是利率差／政策差／通膨差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第三層：三大市場連動判斷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第三層｜三大市場的連動判斷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50876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876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股　市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2296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AI／半導體、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出口概念股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4008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4008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PMI擴張利多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出口與科技股，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留意成本侵蝕獲利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24612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29768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29768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24612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　率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361188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42900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342900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出口暢旺、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貿易順差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42900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342900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製造業擴張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支撐出口國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貨幣基本面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035040" y="1371600"/>
            <a:ext cx="2560320" cy="3246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8E0D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7086600" y="1572768"/>
            <a:ext cx="457200" cy="457200"/>
          </a:xfrm>
          <a:prstGeom prst="ellipse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08660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35040" y="21214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原物料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400800" y="2542032"/>
            <a:ext cx="1828800" cy="0"/>
          </a:xfrm>
          <a:prstGeom prst="line">
            <a:avLst/>
          </a:prstGeom>
          <a:noFill/>
          <a:ln w="12700">
            <a:solidFill>
              <a:srgbClr val="C9A84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21792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判斷邏輯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6217920" y="2880360"/>
            <a:ext cx="2194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投入成本、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通膨壓力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6217920" y="35295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案例啟示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6217920" y="3758184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投入成本近4年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高檔，價格壓力</a:t>
            </a:r>
            <a:endParaRPr lang="en-US" sz="10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可能拉抬通膨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PMI是領先指標，讀的是「未來幾個月」的景氣方向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FAF6EE"/>
          </a:solidFill>
          <a:ln w="12700">
            <a:solidFill>
              <a:srgbClr val="FAF6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0"/>
          </a:xfrm>
          <a:prstGeom prst="line">
            <a:avLst/>
          </a:prstGeom>
          <a:noFill/>
          <a:ln w="1905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91440"/>
            <a:ext cx="301752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92" y="10972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</a:t>
            </a:r>
            <a:pPr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  ｜  </a:t>
            </a:r>
            <a:pPr indent="0" marL="0">
              <a:buNone/>
            </a:pPr>
            <a:r>
              <a:rPr lang="en-US" sz="1100" b="1" dirty="0">
                <a:solidFill>
                  <a:srgbClr val="D4711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誠毅傳承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754880" y="128016"/>
            <a:ext cx="4206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E4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判斷流程 Checklist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80467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判斷流程（Checklist）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1051560" y="1353312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234440" y="13533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辨真假、輕重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3520440" y="135331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這是「已發生的事實」還是「市場預期」？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57200" y="2029968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02996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1051560" y="2011680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34440" y="20116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找根本驅動因子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520440" y="20116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通常是利率差、政策差、通膨差，而非表面現象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457200" y="2688336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57200" y="26883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1051560" y="2670048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34440" y="26700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問是否可被驗證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3520440" y="2670048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找出後續可觀察、可驗證的關鍵事件或數據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57200" y="3346704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46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1051560" y="3328416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234440" y="332841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反推受害／受益方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3520440" y="332841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哪些產業、族群、部位會直接受影響，值得留意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457200" y="4005072"/>
            <a:ext cx="420624" cy="420624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720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7"/>
          <p:cNvSpPr/>
          <p:nvPr/>
        </p:nvSpPr>
        <p:spPr>
          <a:xfrm>
            <a:off x="1051560" y="3986784"/>
            <a:ext cx="73152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8E0D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234440" y="398678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交叉驗證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3520440" y="398678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結論須有至少兩個獨立來源或數據支持，避免過度解讀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" y="4828032"/>
            <a:ext cx="8412480" cy="0"/>
          </a:xfrm>
          <a:prstGeom prst="line">
            <a:avLst/>
          </a:prstGeom>
          <a:noFill/>
          <a:ln w="10160">
            <a:solidFill>
              <a:srgbClr val="C9A84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2E4A7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熊誠毅｜誠毅傳承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4937760" y="4864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先事實、再因果、後連動——避免被單一標題牽著走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371600"/>
            <a:ext cx="8321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11480" y="181051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結語：PMI看方向，成本看隱憂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2880360"/>
            <a:ext cx="3657600" cy="0"/>
          </a:xfrm>
          <a:prstGeom prst="line">
            <a:avLst/>
          </a:prstGeom>
          <a:noFill/>
          <a:ln w="15240">
            <a:solidFill>
              <a:srgbClr val="C9A84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063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AF6EE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PMI高於50代表擴張，是判讀景氣最直接的領先指標。這波韌性靠AI需求撐起，但投入成本通膨仍高——擴張的量能與獲利的品質要分開看。同時留意：停火後的完整影響尚未反映在數據中。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3291840"/>
            <a:ext cx="822960" cy="85953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2E4A7A"/>
          </a:solidFill>
          <a:ln w="12700">
            <a:solidFill>
              <a:srgbClr val="2E4A7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9A84C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◈  用專業守護家族價值・以誠意延續財富生命  ◈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搭AI熱潮　亞歐製造業展韌性</dc:title>
  <dc:subject>PptxGenJS Presentation</dc:subject>
  <dc:creator>熊誠毅｜誠毅傳承</dc:creator>
  <cp:lastModifiedBy>熊誠毅｜誠毅傳承</cp:lastModifiedBy>
  <cp:revision>1</cp:revision>
  <dcterms:created xsi:type="dcterms:W3CDTF">2026-07-02T05:04:04Z</dcterms:created>
  <dcterms:modified xsi:type="dcterms:W3CDTF">2026-07-02T05:04:04Z</dcterms:modified>
</cp:coreProperties>
</file>