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財經新聞判讀術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7月升息？華許拒絕透露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29184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從Fed主席談話與就業數據拆解利率走向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判讀美元、美債、美股的連動反應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657600"/>
            <a:ext cx="822960" cy="8595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2062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案例來源：工商時報 A1 要聞 2026.07.02　｜　分享人：熊誠毅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◈  用專業守護家族價值・以誠意延續財富生命  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教學案例：新聞剪報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Step 0．先讀懂原始新聞</a:t>
            </a:r>
            <a:endParaRPr lang="en-US" sz="2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740" y="1280160"/>
            <a:ext cx="6728521" cy="32918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工商時報 A1 要聞 2026.07.02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1051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三層拆解法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2788920"/>
            <a:ext cx="365760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9718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事實與解讀 → 因果鏈 → 三大市場連動判斷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事實 vs 解讀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先分清客觀數字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與專家推測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找出因果鏈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誰是原因、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誰是結果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三大市場連動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匯率、債市、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股市如何互相影響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第一層：事實 vs 解讀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第一層｜先分開「事實」與「解讀」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客觀事實（已發生）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205740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Fed主席華許拒絕透露7月是否升息，重申致力將通膨壓回2%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6月ADP小非農增9.8萬人，低於5月12.2萬與預期11萬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6月勞工年薪成長維持年增4.4%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美企6月裁員降至4萬5,849人，創去年12月來最低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就業成長幾乎全來自服務業，教育與醫療增4.8萬最多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solidFill>
            <a:srgbClr val="D4711E"/>
          </a:solidFill>
          <a:ln w="12700">
            <a:solidFill>
              <a:srgbClr val="D471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專家推測／解讀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56048" y="205740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華許主張Fed「不再提供前瞻指引」，自行掌握政策方向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認為近期通膨風險已下降，對AI引發的通膨壓力持謹慎態度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分析師解讀：就業增長正在放緩，但尚未失速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判讀重點：只根據事實下判斷，解讀僅作參考權重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第二層：找出因果鏈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第二層｜找出因果鏈（誰影響誰）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根源：Fed拒絕前瞻指引 + 通膨風險下降　→　利率路徑不確定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6642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4711E"/>
          </a:solidFill>
          <a:ln w="12700">
            <a:solidFill>
              <a:srgbClr val="D471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05840" y="1645920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1645920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華許拒絕前瞻指引，7月升息與否留懸念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0299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148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05840" y="2130552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213055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小非農就業增幅低於預期，就業放緩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25146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26334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05840" y="2615184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88720" y="2615184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但裁員數創低、通膨風險下降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29992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118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05840" y="3099816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88720" y="30998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市場對7月例會利率決策不確定性升高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34838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36027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05840" y="3584448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88720" y="358444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『美元鷹派』與降息預期在市場拉扯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396849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4087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05840" y="4069080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88720" y="4069080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利率路徑牽動美元、美債、美股三市場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判讀重點：先找根本驅動因子，通常是利率差／政策差／通膨差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第三層：三大市場連動判斷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第三層｜三大市場的連動判斷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0876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0876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美　債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28803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利率預期、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殖利率走向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3529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升息與否未明，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殖利率隨數據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與談話劇烈擺盪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612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9768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4612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美　元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1188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429000" y="28803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利差、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Fed政策方向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429000" y="3529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42900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鷹派立場撐美元，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但就業放緩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削弱升息底氣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3504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08660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866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03504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美　股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0080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17920" y="28803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利率成本、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AI資本支出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217920" y="3529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1792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利率不確定壓抑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估值，AI資本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支出仍是支撐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缺乏前瞻指引時，市場對每一筆數據都會過度反應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判斷流程 Checklist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判斷流程（Checklist）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51560" y="1353312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13533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辨真假、輕重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520440" y="13533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這是「已發生的事實」還是「市場預期」？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02996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51560" y="2011680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找根本驅動因子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520440" y="20116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通常是利率差、政策差、通膨差，而非表面現象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26883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051560" y="2670048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34440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問是否可被驗證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520440" y="267004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找出後續可觀察、可驗證的關鍵事件或數據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33467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051560" y="3328416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34440" y="332841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反推受害／受益方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520440" y="332841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哪些產業、族群、部位會直接受影響，值得留意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400507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051560" y="3986784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34440" y="39867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交叉驗證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3520440" y="398678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結論須有至少兩個獨立來源或數據支持，避免過度解讀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先事實、再因果、後連動——避免被單一標題牽著走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1051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結語：沒有指引，數據就是一切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365760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063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當央行刻意不給方向，市場就會把每一份就業、通膨數據無限放大。判讀重點不是猜華許怎麼想，而是追蹤可驗證的數據軌跡：就業放緩＋通膨降溫，方向偏向按兵不動，但波動會加大。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0"/>
            <a:ext cx="822960" cy="8595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◈  用專業守護家族價值・以誠意延續財富生命  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7月升息？華許拒絕透露</dc:title>
  <dc:subject>PptxGenJS Presentation</dc:subject>
  <dc:creator>熊誠毅｜誠毅傳承</dc:creator>
  <cp:lastModifiedBy>熊誠毅｜誠毅傳承</cp:lastModifiedBy>
  <cp:revision>1</cp:revision>
  <dcterms:created xsi:type="dcterms:W3CDTF">2026-07-02T05:04:04Z</dcterms:created>
  <dcterms:modified xsi:type="dcterms:W3CDTF">2026-07-02T05:04:04Z</dcterms:modified>
</cp:coreProperties>
</file>