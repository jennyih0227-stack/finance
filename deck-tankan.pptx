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34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財經新聞判讀術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日企信心指數勁升　8年最高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291840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7180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從日銀「短觀」調查拆解日本升息路徑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判讀日股、日圓、日債的連動變化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657600"/>
            <a:ext cx="822960" cy="8595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2062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案例來源：工商時報 A8 國際經濟 2026.07.02　｜　分享人：熊誠毅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◈  用專業守護家族價值・以誠意延續財富生命  ◈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"/>
            <a:ext cx="301752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1097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</a:t>
            </a:r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 ｜  </a:t>
            </a:r>
            <a:pPr indent="0" marL="0">
              <a:buNone/>
            </a:pPr>
            <a:r>
              <a:rPr lang="en-US" sz="11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誠毅傳承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1280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教學案例：新聞剪報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Step 0．先讀懂原始新聞</a:t>
            </a:r>
            <a:endParaRPr lang="en-US" sz="2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646" y="1280160"/>
            <a:ext cx="4756709" cy="32918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4A7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熊誠毅｜誠毅傳承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937760" y="4864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工商時報 A8 國際經濟 2026.07.02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810512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三層拆解法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2788920"/>
            <a:ext cx="3657600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9718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事實與解讀 → 因果鏈 → 三大市場連動判斷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35661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2E4A7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630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9502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事實 vs 解讀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先分清客觀數字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與專家推測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35661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2E4A7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3630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39502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找出因果鏈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誰是原因、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誰是結果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35661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2E4A7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630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39502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三大市場連動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匯率、債市、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股市如何互相影響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"/>
            <a:ext cx="301752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1097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</a:t>
            </a:r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 ｜  </a:t>
            </a:r>
            <a:pPr indent="0" marL="0">
              <a:buNone/>
            </a:pPr>
            <a:r>
              <a:rPr lang="en-US" sz="11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誠毅傳承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1280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第一層：事實 vs 解讀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第一層｜先分開「事實」與「解讀」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393192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371600"/>
            <a:ext cx="39319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371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客觀事實（已發生）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2057400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日銀短觀：大製造商信心從+17升至+22，2018年3月來最高</a:t>
            </a:r>
            <a:endParaRPr lang="en-US" sz="1150" dirty="0"/>
          </a:p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非製造業信心從+36升至+37，1991年8月以來最高</a:t>
            </a:r>
            <a:endParaRPr lang="en-US" sz="1150" dirty="0"/>
          </a:p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企業3年／5年通膨預期達2.6%，創歷來最高預測</a:t>
            </a:r>
            <a:endParaRPr lang="en-US" sz="1150" dirty="0"/>
          </a:p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日經1日早盤一度飆逾1,600點，收70,474.96點（漲0.59%）</a:t>
            </a:r>
            <a:endParaRPr lang="en-US" sz="1150" dirty="0"/>
          </a:p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日銀6月已升息至31年新高的1%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754880" y="1371600"/>
            <a:ext cx="393192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371600"/>
            <a:ext cx="3931920" cy="502920"/>
          </a:xfrm>
          <a:prstGeom prst="rect">
            <a:avLst/>
          </a:prstGeom>
          <a:solidFill>
            <a:srgbClr val="D4711E"/>
          </a:solidFill>
          <a:ln w="12700">
            <a:solidFill>
              <a:srgbClr val="D4711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1371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專家推測／解讀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56048" y="2057400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第一生命新家義貴：這是強勁結果，消除中東戰爭導致衰退的擔憂</a:t>
            </a:r>
            <a:endParaRPr lang="en-US" sz="1150" dirty="0"/>
          </a:p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短觀為年底前再次升息提供充分理由，可能落在10月</a:t>
            </a:r>
            <a:endParaRPr lang="en-US" sz="1150" dirty="0"/>
          </a:p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早盤獲利了結使日經漲幅急縮，市場對升息態度仍謹慎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4A7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熊誠毅｜誠毅傳承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937760" y="4864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判讀重點：只根據事實下判斷，解讀僅作參考權重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"/>
            <a:ext cx="301752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1097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</a:t>
            </a:r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 ｜  </a:t>
            </a:r>
            <a:pPr indent="0" marL="0">
              <a:buNone/>
            </a:pPr>
            <a:r>
              <a:rPr lang="en-US" sz="11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誠毅傳承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1280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第二層：找出因果鏈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第二層｜找出因果鏈（誰影響誰）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根源：AI需求 + 觀光業蓬勃　→　企業信心與通膨預期同步升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6642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4711E"/>
          </a:solidFill>
          <a:ln w="12700">
            <a:solidFill>
              <a:srgbClr val="D471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005840" y="1645920"/>
            <a:ext cx="73609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1645920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AI相關產品強勁需求 + 國內觀光業蓬勃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02996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1488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005840" y="2130552"/>
            <a:ext cx="73609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88720" y="2130552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企業成本轉嫁順利、信心攀升至8年高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251460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26334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005840" y="2615184"/>
            <a:ext cx="73609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88720" y="2615184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企業通膨預期升至2.6%創新高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299923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31181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005840" y="3099816"/>
            <a:ext cx="73609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88720" y="3099816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強化日銀進一步升息的可能性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57200" y="348386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360273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1005840" y="3584448"/>
            <a:ext cx="73609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88720" y="3584448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何時再升息（可能10月）成市場焦點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57200" y="396849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57200" y="40873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1005840" y="4069080"/>
            <a:ext cx="73609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188720" y="4069080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升息預期牽動日股、日圓、日債走向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4A7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熊誠毅｜誠毅傳承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937760" y="4864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判讀重點：先找根本驅動因子，通常是利率差／政策差／通膨差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"/>
            <a:ext cx="301752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1097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</a:t>
            </a:r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 ｜  </a:t>
            </a:r>
            <a:pPr indent="0" marL="0">
              <a:buNone/>
            </a:pPr>
            <a:r>
              <a:rPr lang="en-US" sz="11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誠毅傳承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1280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第三層：三大市場連動判斷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第三層｜三大市場的連動判斷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2560320" cy="3246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508760" y="1572768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0876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2121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日　股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960" y="2542032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判斷邏輯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288036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企業獲利、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AI類股、升息預期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" y="3529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案例啟示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375818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信心創高利多，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但升息預期升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易引發獲利了結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46120" y="1371600"/>
            <a:ext cx="2560320" cy="3246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297680" y="1572768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9768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246120" y="2121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日　圓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611880" y="2542032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判斷邏輯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429000" y="288036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美日利差、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升息預期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429000" y="3529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案例啟示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429000" y="375818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升息預期升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有助縮小利差，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中長期利日圓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035040" y="1371600"/>
            <a:ext cx="2560320" cy="3246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086600" y="1572768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8660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035040" y="2121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日　債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400800" y="2542032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判斷邏輯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217920" y="288036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利率政策、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殖利率走向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217920" y="3529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案例啟示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217920" y="375818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升息＝公債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殖利率上行，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持債部位承壓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4A7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熊誠毅｜誠毅傳承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937760" y="4864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升息預期是貫穿日股、日圓、日債的共同主軸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"/>
            <a:ext cx="301752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1097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</a:t>
            </a:r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 ｜  </a:t>
            </a:r>
            <a:pPr indent="0" marL="0">
              <a:buNone/>
            </a:pPr>
            <a:r>
              <a:rPr lang="en-US" sz="11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誠毅傳承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1280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判斷流程 Checklist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判斷流程（Checklist）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051560" y="1353312"/>
            <a:ext cx="7315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34440" y="13533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辨真假、輕重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520440" y="135331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這是「已發生的事實」還是「市場預期」？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202996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51560" y="2011680"/>
            <a:ext cx="7315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3444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找根本驅動因子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520440" y="20116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通常是利率差、政策差、通膨差，而非表面現象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26883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688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1051560" y="2670048"/>
            <a:ext cx="7315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34440" y="26700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問是否可被驗證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3520440" y="267004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找出後續可觀察、可驗證的關鍵事件或數據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7200" y="334670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3346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051560" y="3328416"/>
            <a:ext cx="7315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34440" y="332841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反推受害／受益方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3520440" y="3328416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哪些產業、族群、部位會直接受影響，值得留意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7200" y="400507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1051560" y="3986784"/>
            <a:ext cx="7315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234440" y="398678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交叉驗證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3520440" y="398678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結論須有至少兩個獨立來源或數據支持，避免過度解讀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4A7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熊誠毅｜誠毅傳承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937760" y="4864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先事實、再因果、後連動——避免被單一標題牽著走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810512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結語：信心數據，是升息的前哨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3657600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063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短觀不只是情緒調查——它是日銀決定升息的重要依據。信心與通膨預期雙升，等於替升息鋪路。判讀時關鍵不在數字本身，而在它如何改變央行的下一步，以及利差對日圓的長期影響。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91840"/>
            <a:ext cx="822960" cy="8595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◈  用專業守護家族價值・以誠意延續財富生命  ◈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日企信心指數勁升　8年最高</dc:title>
  <dc:subject>PptxGenJS Presentation</dc:subject>
  <dc:creator>熊誠毅｜誠毅傳承</dc:creator>
  <cp:lastModifiedBy>熊誠毅｜誠毅傳承</cp:lastModifiedBy>
  <cp:revision>1</cp:revision>
  <dcterms:created xsi:type="dcterms:W3CDTF">2026-07-02T05:04:04Z</dcterms:created>
  <dcterms:modified xsi:type="dcterms:W3CDTF">2026-07-02T05:04:04Z</dcterms:modified>
</cp:coreProperties>
</file>