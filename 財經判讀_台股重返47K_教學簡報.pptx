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財經新聞判讀術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台股7月開門紅　帶量重返47K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29184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從「台積電領頭、外資轉買」拆解台股後市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判讀股市、匯率、籌碼三大訊號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0"/>
            <a:ext cx="822960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案例來源：工商時報 A1 要聞 2026.07.02　｜　分享人：熊誠毅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教學案例：新聞剪報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Step 0．先讀懂原始新聞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260" y="1280160"/>
            <a:ext cx="5171481" cy="32918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工商時報 A1 要聞 2026.07.02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三層拆解法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718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事實與解讀 → 因果鏈 → 三大市場連動判斷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 vs 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先分清客觀數字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與專家推測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找出因果鏈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誰是原因、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誰是結果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三大市場連動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匯率、債市、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股市如何互相影響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第一層：事實 vs 解讀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第一層｜先分開「事實」與「解讀」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客觀事實（已發生）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台股7/1收47,018點，漲893點（1.94%），成交量放大至1.36兆元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台積電漲95元收2,505元，歷史次高，市值達64.96兆元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外資買超323.76億元，終止連六賣；投信連七買共685.43億元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台指期淨空單增至84,168口，創新高（避險部位偏多）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新台幣午後貶破31.9元，收31.874元，為近三個月新低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專家推測／解讀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5604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萬寶蔡明彰：下半年三情境——樂觀衝52,000點／保守回檔10~20%／震盪洗盤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凱基投顧：帶量走揚化解6月下旬跌壓，有利挑戰歷史高48,218點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法人：買盤「抓大放小」集中台積電，漲多股恐有獲利了結賣壓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判讀重點：只根據事實下判斷，解讀僅作參考權重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第二層：找出因果鏈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第二層｜找出因果鏈（誰影響誰）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根源：台積電法說行情提前發酵　→　資金回流、外資轉買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164592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64592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美伊系統性風險降溫 + 台積電法說行情提前發酵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029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5840" y="2130552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213055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外資終止連六賣、轉買超323.76億元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25146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6334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05840" y="2615184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2615184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台積電領頭衝，帶量重返47K、回補空方缺口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2999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118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5840" y="3099816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30998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電子成交比重逾8成，資金集中AI／半導體／PCB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34838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6027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05840" y="3584448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88720" y="358444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須留意：買盤集中台積電、漲多股獲利了結賣壓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39684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05840" y="406908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88720" y="406908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後市能否延續量能，挑戰歷史高48,218點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判讀重點：先找根本驅動因子，通常是利率差／政策差／通膨差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第三層：三大市場連動判斷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第三層｜三大市場的連動判斷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87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　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量能、外資動向、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類股輪動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帶量突破偏多，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但資金過度集中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台積電需留意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4612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　率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1188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2900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外資匯出入、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股利匯出季節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7月除權息旺季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外資領股利匯出，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新台幣短線偏貶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3504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籌　碼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080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台指期淨空單、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三大法人買賣超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1792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淨空單創高＝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避險升溫，追高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宜避免過度追價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同一則新聞可同時讀出股、匯、籌碼三種訊號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判斷流程 Checklist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判斷流程（Checklist）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1353312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1353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辨真假、輕重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520440" y="13533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這是「已發生的事實」還是「市場預期」？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51560" y="201168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找根本驅動因子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20440" y="2011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通常是利率差、政策差、通膨差，而非表面現象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6883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51560" y="2670048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3444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問是否可被驗證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520440" y="26700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找出後續可觀察、可驗證的關鍵事件或數據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3467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51560" y="3328416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34440" y="33284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反推受害／受益方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520440" y="332841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哪些產業、族群、部位會直接受影響，值得留意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0050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51560" y="3986784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34440" y="39867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交叉驗證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520440" y="398678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結論須有至少兩個獨立來源或數據支持，避免過度解讀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先事實、再因果、後連動——避免被單一標題牽著走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結語：帶量突破是好事，集中是隱憂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台股重返47K靠台積電獨挑大樑，量能回溫是正向訊號；但電子成交比重逾8成、買盤高度集中，一旦龍頭休息，指數波動會放大。追高前先看量能是否延續、外資是否續買。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0"/>
            <a:ext cx="822960" cy="8595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台股7月開門紅　帶量重返47K</dc:title>
  <dc:subject>PptxGenJS Presentation</dc:subject>
  <dc:creator>熊誠毅｜誠毅傳承</dc:creator>
  <cp:lastModifiedBy>熊誠毅｜誠毅傳承</cp:lastModifiedBy>
  <cp:revision>1</cp:revision>
  <dcterms:created xsi:type="dcterms:W3CDTF">2026-07-02T05:04:03Z</dcterms:created>
  <dcterms:modified xsi:type="dcterms:W3CDTF">2026-07-02T05:04:03Z</dcterms:modified>
</cp:coreProperties>
</file>