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財經新聞判讀術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拆解經濟影響．判斷股市／債市／匯率走勢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29184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54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案例教學：工商時報 2026.07.02「日圓破底 日官方可能7/3進場干預」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566160"/>
            <a:ext cx="822960" cy="859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分享人：熊誠毅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◈  用專業守護家族價值・以誠意延續財富生命  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教學案例：新聞剪報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Step 0．先讀懂原始新聞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280160"/>
            <a:ext cx="8229600" cy="32461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852160" y="4864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工商時報 A8 國際經濟 2026.07.02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財經新聞判讀三層拆解法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36576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9718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事實與解讀 → 因果鏈 → 三大市場連動判斷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事實 vs 解讀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先分清客觀數字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與專家推測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找出因果鏈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誰是原因、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誰是結果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三大市場連動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匯率、債市、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股市如何互相影響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第一層：事實 vs 解讀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第一層｜先分開「事實」與「解讀」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以案例新聞為例：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393192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600200"/>
            <a:ext cx="3931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600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客觀事實（已發生）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22860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日圓兌美元7月1日收162.84，改寫40年低點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美股7/3因獨立紀念日休市一天，銀行交易人力稀疏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日本是美國公債最大外國持有國（既有事實）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600200"/>
            <a:ext cx="393192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600200"/>
            <a:ext cx="3931920" cy="502920"/>
          </a:xfrm>
          <a:prstGeom prst="rect">
            <a:avLst/>
          </a:prstGeom>
          <a:solidFill>
            <a:srgbClr val="D4711E"/>
          </a:solidFill>
          <a:ln w="12700">
            <a:solidFill>
              <a:srgbClr val="D471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600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專家推測（尚未發生）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83480" y="22860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ING研究主管「揣測」官方可能選7/3出手干預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分析師稱干預「頂多減緩」跌勢、無法扭轉長期趨勢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deVere執行長建議：應關注干預資金來源，而非時機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852160" y="4864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判讀重點：只根據事實下判斷，解讀僅作參考權重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第二層：找出因果鏈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第二層｜找出因果鏈（誰影響誰）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根源：美日利差過大　　→　　結果：日圓貶值、官方被迫干預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4711E"/>
          </a:solidFill>
          <a:ln w="12700">
            <a:solidFill>
              <a:srgbClr val="D471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1664208"/>
            <a:ext cx="7360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166420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美日利差過大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84632" y="20574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194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05840" y="2167128"/>
            <a:ext cx="7360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216712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日圓持續貶值，創40年新低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84632" y="25603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697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05840" y="2670048"/>
            <a:ext cx="7360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8720" y="267004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進口成本、生活成本上升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84632" y="30632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200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05840" y="3172968"/>
            <a:ext cx="7360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88720" y="317296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日本官方可能進場干預（拋售美元資產換匯）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84632" y="35661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03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005840" y="3675888"/>
            <a:ext cx="7360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88720" y="367588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若拋售規模大 → 美債價格下跌、殖利率上升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484632" y="4069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206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1005840" y="4178808"/>
            <a:ext cx="73609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88720" y="417880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美股資金成本上升、估值承壓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852160" y="4864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判讀重點：先找根本驅動因子，通常是利率差／政策差／通膨差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第三層：三大市場連動判斷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第三層｜三大市場的連動判斷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0876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0876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　率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利差、央行態度、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干預預期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若真被干預，短期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會急彈，但難改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長期貶值趨勢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4612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4612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債　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1188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2900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資金流向、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供需（誰在買賣公債）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2900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2900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日本若拋售美債，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殖利率有上行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風險，需留意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3504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8660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866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3504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股　市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0080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17920" y="2880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利率成本、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風險偏好、資金排擠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21792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1792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殖利率急升會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排擠股市估值，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尤其成長股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852160" y="4864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根源仍是美日利差，三個市場只是同一原因的不同鏡面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判斷流程 Checklist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判斷流程（Checklist）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51560" y="1353312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13533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辨真假、輕重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29000" y="13533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這是「已發生的事實」還是「市場預期」？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0299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51560" y="2011680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找根本驅動因子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29000" y="2011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通常是利率差、政策差、通膨差，而非表面現象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6883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51560" y="2670048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3444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問是否可被驗證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429000" y="26700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例如7/3日本是否真的出手，是關鍵觀察點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3467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51560" y="3328416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34440" y="33284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反推受害／受益方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429000" y="332841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干預→拋美債→誰持有美債部位重（金融股、壽險業）要留意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400507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051560" y="3986784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34440" y="39867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交叉驗證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429000" y="39867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結論須有至少兩個獨立來源或數據支持，避免單一新聞過度解讀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852160" y="48646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先事實、再因果、後連動——避免被單一標題牽著走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90195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結語：新聞是線索，不是答案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2834640"/>
            <a:ext cx="36576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0175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練習：找一則今天的財經新聞，套用「事實→因果鏈→三市場」三層拆解，寫下你的判斷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0"/>
            <a:ext cx="822960" cy="859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分享人：熊誠毅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◈  用專業守護家族價值・以誠意延續財富生命  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財經新聞判讀術：拆解經濟影響、判斷股債匯走勢</dc:title>
  <dc:subject>PptxGenJS Presentation</dc:subject>
  <dc:creator>熊誠毅｜誠毅傳承</dc:creator>
  <cp:lastModifiedBy>熊誠毅｜誠毅傳承</cp:lastModifiedBy>
  <cp:revision>1</cp:revision>
  <dcterms:created xsi:type="dcterms:W3CDTF">2026-07-01T23:38:50Z</dcterms:created>
  <dcterms:modified xsi:type="dcterms:W3CDTF">2026-07-01T23:38:50Z</dcterms:modified>
</cp:coreProperties>
</file>